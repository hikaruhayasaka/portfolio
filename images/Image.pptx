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F030C9-367D-495E-B20D-BC54B62DDF2A}" v="4" dt="2026-07-14T01:08:22.9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>
      <p:cViewPr>
        <p:scale>
          <a:sx n="100" d="100"/>
          <a:sy n="100" d="100"/>
        </p:scale>
        <p:origin x="-1138" y="5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光 早坂" userId="ee7ba7153b69d20d" providerId="LiveId" clId="{B45034A4-39E7-40CC-89FD-F101C2A495B7}"/>
    <pc:docChg chg="undo custSel addSld delSld modSld">
      <pc:chgData name="光 早坂" userId="ee7ba7153b69d20d" providerId="LiveId" clId="{B45034A4-39E7-40CC-89FD-F101C2A495B7}" dt="2026-07-14T01:20:27.996" v="107" actId="47"/>
      <pc:docMkLst>
        <pc:docMk/>
      </pc:docMkLst>
      <pc:sldChg chg="addSp modSp del mod">
        <pc:chgData name="光 早坂" userId="ee7ba7153b69d20d" providerId="LiveId" clId="{B45034A4-39E7-40CC-89FD-F101C2A495B7}" dt="2026-07-14T01:20:27.996" v="107" actId="47"/>
        <pc:sldMkLst>
          <pc:docMk/>
          <pc:sldMk cId="3057863855" sldId="256"/>
        </pc:sldMkLst>
        <pc:picChg chg="mod">
          <ac:chgData name="光 早坂" userId="ee7ba7153b69d20d" providerId="LiveId" clId="{B45034A4-39E7-40CC-89FD-F101C2A495B7}" dt="2026-07-13T17:38:35.719" v="0" actId="1076"/>
          <ac:picMkLst>
            <pc:docMk/>
            <pc:sldMk cId="3057863855" sldId="256"/>
            <ac:picMk id="5" creationId="{D4302543-09E9-7619-4805-14B7613ED0AC}"/>
          </ac:picMkLst>
        </pc:picChg>
        <pc:picChg chg="add mod">
          <ac:chgData name="光 早坂" userId="ee7ba7153b69d20d" providerId="LiveId" clId="{B45034A4-39E7-40CC-89FD-F101C2A495B7}" dt="2026-07-13T17:38:39.863" v="2" actId="1076"/>
          <ac:picMkLst>
            <pc:docMk/>
            <pc:sldMk cId="3057863855" sldId="256"/>
            <ac:picMk id="7" creationId="{54D215FB-FD4C-7670-5AF6-5215B9ABCB7D}"/>
          </ac:picMkLst>
        </pc:picChg>
        <pc:picChg chg="add mod">
          <ac:chgData name="光 早坂" userId="ee7ba7153b69d20d" providerId="LiveId" clId="{B45034A4-39E7-40CC-89FD-F101C2A495B7}" dt="2026-07-13T17:39:57.368" v="4" actId="1076"/>
          <ac:picMkLst>
            <pc:docMk/>
            <pc:sldMk cId="3057863855" sldId="256"/>
            <ac:picMk id="9" creationId="{CF031190-21E6-66E2-B896-2145DE77E491}"/>
          </ac:picMkLst>
        </pc:picChg>
      </pc:sldChg>
      <pc:sldChg chg="addSp delSp modSp new mod">
        <pc:chgData name="光 早坂" userId="ee7ba7153b69d20d" providerId="LiveId" clId="{B45034A4-39E7-40CC-89FD-F101C2A495B7}" dt="2026-07-14T01:20:24.440" v="106" actId="1076"/>
        <pc:sldMkLst>
          <pc:docMk/>
          <pc:sldMk cId="4059482414" sldId="257"/>
        </pc:sldMkLst>
        <pc:spChg chg="add mod">
          <ac:chgData name="光 早坂" userId="ee7ba7153b69d20d" providerId="LiveId" clId="{B45034A4-39E7-40CC-89FD-F101C2A495B7}" dt="2026-07-14T01:08:22.996" v="13" actId="767"/>
          <ac:spMkLst>
            <pc:docMk/>
            <pc:sldMk cId="4059482414" sldId="257"/>
            <ac:spMk id="8" creationId="{A1D7DB97-393C-87F4-119C-CDAEFEE06BF7}"/>
          </ac:spMkLst>
        </pc:spChg>
        <pc:spChg chg="add mod">
          <ac:chgData name="光 早坂" userId="ee7ba7153b69d20d" providerId="LiveId" clId="{B45034A4-39E7-40CC-89FD-F101C2A495B7}" dt="2026-07-14T01:20:24.440" v="106" actId="1076"/>
          <ac:spMkLst>
            <pc:docMk/>
            <pc:sldMk cId="4059482414" sldId="257"/>
            <ac:spMk id="9" creationId="{AB039B30-9F3D-0932-DBD6-2A6F9118CDB8}"/>
          </ac:spMkLst>
        </pc:spChg>
        <pc:picChg chg="add del mod">
          <ac:chgData name="光 早坂" userId="ee7ba7153b69d20d" providerId="LiveId" clId="{B45034A4-39E7-40CC-89FD-F101C2A495B7}" dt="2026-07-14T01:10:34.398" v="27" actId="478"/>
          <ac:picMkLst>
            <pc:docMk/>
            <pc:sldMk cId="4059482414" sldId="257"/>
            <ac:picMk id="3" creationId="{038CC6F0-2202-2991-1C17-3B8D256B3858}"/>
          </ac:picMkLst>
        </pc:picChg>
        <pc:picChg chg="add del mod ord">
          <ac:chgData name="光 早坂" userId="ee7ba7153b69d20d" providerId="LiveId" clId="{B45034A4-39E7-40CC-89FD-F101C2A495B7}" dt="2026-07-14T01:12:04.289" v="35" actId="478"/>
          <ac:picMkLst>
            <pc:docMk/>
            <pc:sldMk cId="4059482414" sldId="257"/>
            <ac:picMk id="5" creationId="{A23A1936-0B24-33E3-B7B5-CBC5F1AA0AA1}"/>
          </ac:picMkLst>
        </pc:picChg>
        <pc:picChg chg="add mod ord modCrop">
          <ac:chgData name="光 早坂" userId="ee7ba7153b69d20d" providerId="LiveId" clId="{B45034A4-39E7-40CC-89FD-F101C2A495B7}" dt="2026-07-14T01:20:24.440" v="106" actId="1076"/>
          <ac:picMkLst>
            <pc:docMk/>
            <pc:sldMk cId="4059482414" sldId="257"/>
            <ac:picMk id="7" creationId="{95CA6781-FB63-C171-7349-BA10EFAB1099}"/>
          </ac:picMkLst>
        </pc:picChg>
        <pc:picChg chg="add del">
          <ac:chgData name="光 早坂" userId="ee7ba7153b69d20d" providerId="LiveId" clId="{B45034A4-39E7-40CC-89FD-F101C2A495B7}" dt="2026-07-14T01:10:28.471" v="25" actId="22"/>
          <ac:picMkLst>
            <pc:docMk/>
            <pc:sldMk cId="4059482414" sldId="257"/>
            <ac:picMk id="11" creationId="{66EA1311-587B-A220-8CD3-46A108104948}"/>
          </ac:picMkLst>
        </pc:picChg>
        <pc:picChg chg="add del ord">
          <ac:chgData name="光 早坂" userId="ee7ba7153b69d20d" providerId="LiveId" clId="{B45034A4-39E7-40CC-89FD-F101C2A495B7}" dt="2026-07-14T01:12:46.333" v="38" actId="478"/>
          <ac:picMkLst>
            <pc:docMk/>
            <pc:sldMk cId="4059482414" sldId="257"/>
            <ac:picMk id="13" creationId="{08025D7F-0C60-DA56-5531-E845C5680001}"/>
          </ac:picMkLst>
        </pc:picChg>
        <pc:picChg chg="add mod ord modCrop">
          <ac:chgData name="光 早坂" userId="ee7ba7153b69d20d" providerId="LiveId" clId="{B45034A4-39E7-40CC-89FD-F101C2A495B7}" dt="2026-07-14T01:20:24.440" v="106" actId="1076"/>
          <ac:picMkLst>
            <pc:docMk/>
            <pc:sldMk cId="4059482414" sldId="257"/>
            <ac:picMk id="15" creationId="{C84131F9-1E0D-2B38-24FC-2E2DF4689A03}"/>
          </ac:picMkLst>
        </pc:picChg>
        <pc:picChg chg="add del mod ord modCrop">
          <ac:chgData name="光 早坂" userId="ee7ba7153b69d20d" providerId="LiveId" clId="{B45034A4-39E7-40CC-89FD-F101C2A495B7}" dt="2026-07-14T01:17:34.639" v="92" actId="478"/>
          <ac:picMkLst>
            <pc:docMk/>
            <pc:sldMk cId="4059482414" sldId="257"/>
            <ac:picMk id="17" creationId="{AD40E80F-4012-7873-E6DA-7B01CD1DED41}"/>
          </ac:picMkLst>
        </pc:picChg>
        <pc:picChg chg="add del">
          <ac:chgData name="光 早坂" userId="ee7ba7153b69d20d" providerId="LiveId" clId="{B45034A4-39E7-40CC-89FD-F101C2A495B7}" dt="2026-07-14T01:17:27.032" v="85" actId="22"/>
          <ac:picMkLst>
            <pc:docMk/>
            <pc:sldMk cId="4059482414" sldId="257"/>
            <ac:picMk id="19" creationId="{C249EDD1-18CA-71C9-FF86-8953175EAA3D}"/>
          </ac:picMkLst>
        </pc:picChg>
        <pc:picChg chg="add del">
          <ac:chgData name="光 早坂" userId="ee7ba7153b69d20d" providerId="LiveId" clId="{B45034A4-39E7-40CC-89FD-F101C2A495B7}" dt="2026-07-14T01:17:28.760" v="87" actId="22"/>
          <ac:picMkLst>
            <pc:docMk/>
            <pc:sldMk cId="4059482414" sldId="257"/>
            <ac:picMk id="21" creationId="{42BADB79-D309-F02E-BB79-B4DD4F136315}"/>
          </ac:picMkLst>
        </pc:picChg>
        <pc:picChg chg="add del">
          <ac:chgData name="光 早坂" userId="ee7ba7153b69d20d" providerId="LiveId" clId="{B45034A4-39E7-40CC-89FD-F101C2A495B7}" dt="2026-07-14T01:17:29.952" v="89" actId="22"/>
          <ac:picMkLst>
            <pc:docMk/>
            <pc:sldMk cId="4059482414" sldId="257"/>
            <ac:picMk id="23" creationId="{63F23C0F-002B-0CD4-B36E-8F8C225EB73C}"/>
          </ac:picMkLst>
        </pc:picChg>
        <pc:picChg chg="add mod ord modCrop">
          <ac:chgData name="光 早坂" userId="ee7ba7153b69d20d" providerId="LiveId" clId="{B45034A4-39E7-40CC-89FD-F101C2A495B7}" dt="2026-07-14T01:20:24.440" v="106" actId="1076"/>
          <ac:picMkLst>
            <pc:docMk/>
            <pc:sldMk cId="4059482414" sldId="257"/>
            <ac:picMk id="25" creationId="{06E4775B-05CE-3FF4-398F-FBCE27ADA6D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585CB7-ADEB-56A7-921C-1C591133B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B46FE26-3B76-C7D3-1C76-1DA97B8D1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AB59D4-E0CF-1ABD-20CF-64928E1CC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09E9C-4475-4E52-BECF-2098A612DB2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2692CA-44BA-3B03-BF10-922956117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5F3051-A9DD-F23B-CD68-100F8E978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8C77-A7B2-42DE-8360-CBF6256E70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3728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7AE562-354F-490B-889D-AF7C589A1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F1A7F3-599E-FA9A-6A27-A27B75406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B52863-2A1D-9833-AB36-FE99F6E36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09E9C-4475-4E52-BECF-2098A612DB2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572F5A9-76EC-9D8D-DEB1-2AF532782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97A5E7-5163-B25C-1C86-8E500F095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8C77-A7B2-42DE-8360-CBF6256E70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0465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4A5608-625D-2FF7-692B-66E2F1C7F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1FDE151-3DE7-CC71-CDE0-6728D6976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486878-4261-2A57-D35A-7E2144C6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09E9C-4475-4E52-BECF-2098A612DB2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08CF61-0C51-CCE8-8FDC-3F30B1F33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CC5729-071B-202B-5925-0EE37362C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8C77-A7B2-42DE-8360-CBF6256E70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8328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D85DE6-FA06-39B6-8064-5897F0BCB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82A43B-EE05-F1B6-3DC0-DBB81FE483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F0493E5-1637-D9FB-68F5-5EDA4A25C3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FAE8AE-DDCB-49C1-A1A7-F67324C93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09E9C-4475-4E52-BECF-2098A612DB2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3A7E9D2-C078-589E-5D12-3106BF26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DD94145-4BCF-2763-8FA5-78CEA5A6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8C77-A7B2-42DE-8360-CBF6256E70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5072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BD04A5-DA53-50E2-E058-1BD366B37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F11953E-E582-1CC8-2FFC-411BAF94F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8FB3CDA-1434-E48C-80AC-81BCAD614E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B278024-9DFD-7B9F-51A3-EC9EFE9D19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6A028DA-86F5-BE6A-D612-322DFC93EE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DFE681E-F54C-89E5-683F-84792E4BD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09E9C-4475-4E52-BECF-2098A612DB2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2158A61-0D0A-F111-57B2-A52C76F33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B60B75A-64CF-BEE2-7A13-6B33BBCC1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8C77-A7B2-42DE-8360-CBF6256E70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964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57B093-66C9-4D83-6559-CC174558A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A8FF716-2ACB-DAA0-334F-D0DCBD7FE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09E9C-4475-4E52-BECF-2098A612DB2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B26C52E-3163-5597-33A3-972AC51DC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2A838D6-70B4-AA5F-C7E3-C28A568D3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8C77-A7B2-42DE-8360-CBF6256E70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7068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BFA80C0-824F-E941-55A8-73AA24629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09E9C-4475-4E52-BECF-2098A612DB2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7A112A1-CF1D-1D3C-C2CC-9453FDB1E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C94A88-0563-D310-4058-E9664BBD9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8C77-A7B2-42DE-8360-CBF6256E70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7480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BE8874-7A83-3431-A062-F5AD7E39D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B62BDB-68D5-82B8-D4A2-361E85E10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6D9D0CE-42B2-3E38-A5E6-C1B550EEB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21BD015-C956-8D33-CA41-07D61FBF5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09E9C-4475-4E52-BECF-2098A612DB2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2E63D8B-3548-9CAB-E3D4-B23190162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1BCC35-36CA-92C1-921F-85A64E6C8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8C77-A7B2-42DE-8360-CBF6256E70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5872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3421A6-5802-F0AB-7299-08BCD516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D0FC68B-D8E5-863B-4C06-15A123611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E5ACA87-3CC4-74CE-123D-B451BC6866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EE99517-C21A-2B34-3019-838AB3B70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09E9C-4475-4E52-BECF-2098A612DB2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7497D1-F102-4C82-B238-F83E10DC2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4FE8BDE-48C5-7552-D2C1-684C53E77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8C77-A7B2-42DE-8360-CBF6256E70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4549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98732D-90D2-9A69-F5B1-1E488328F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2FE75B6-0E5B-13C0-41A0-DA50A03B8D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A866FE-968C-F06B-61AA-78FC4E0FA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09E9C-4475-4E52-BECF-2098A612DB2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166FF4-17E2-76B4-9A89-3EB02E57A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668BEC-071F-60A3-7C86-1DD295A99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8C77-A7B2-42DE-8360-CBF6256E70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3775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EFFD20B-E224-C9C5-D445-E26827430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F74CA3A-2573-60E7-61D2-9BC1459EF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87E19A-F055-65DD-E34B-1E416A6EB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09E9C-4475-4E52-BECF-2098A612DB2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D7C8B4-87F1-B5F6-7FC8-DB9CF60C6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3C4FAA-AA2E-C12D-D33C-5027A59E5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88C77-A7B2-42DE-8360-CBF6256E70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8109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2AF7B45-6B46-0E71-E3AF-CE709F4E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A489D3B-7FB1-3FCE-5BAF-692708494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395858-411F-7599-9AA8-EC96BD6EC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409E9C-4475-4E52-BECF-2098A612DB2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099C84-0640-D4B1-3081-AA7FDEA99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54FFBD-8893-3C01-053A-E7CDCA14F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988C77-A7B2-42DE-8360-CBF6256E70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9059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図 14">
            <a:extLst>
              <a:ext uri="{FF2B5EF4-FFF2-40B4-BE49-F238E27FC236}">
                <a16:creationId xmlns:a16="http://schemas.microsoft.com/office/drawing/2014/main" id="{C84131F9-1E0D-2B38-24FC-2E2DF4689A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767" t="13862" r="22753" b="56301"/>
          <a:stretch>
            <a:fillRect/>
          </a:stretch>
        </p:blipFill>
        <p:spPr>
          <a:xfrm>
            <a:off x="2207570" y="332656"/>
            <a:ext cx="3265200" cy="204618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95CA6781-FB63-C171-7349-BA10EFAB10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767" t="13863" r="22753" b="54200"/>
          <a:stretch>
            <a:fillRect/>
          </a:stretch>
        </p:blipFill>
        <p:spPr>
          <a:xfrm>
            <a:off x="2207568" y="332652"/>
            <a:ext cx="3265200" cy="2190205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06E4775B-05CE-3FF4-398F-FBCE27ADA6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767" t="13863" r="22753" b="61550"/>
          <a:stretch>
            <a:fillRect/>
          </a:stretch>
        </p:blipFill>
        <p:spPr>
          <a:xfrm>
            <a:off x="2207568" y="332656"/>
            <a:ext cx="3265200" cy="168615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B039B30-9F3D-0932-DBD6-2A6F9118CDB8}"/>
              </a:ext>
            </a:extLst>
          </p:cNvPr>
          <p:cNvSpPr/>
          <p:nvPr/>
        </p:nvSpPr>
        <p:spPr>
          <a:xfrm>
            <a:off x="2207569" y="332656"/>
            <a:ext cx="3265200" cy="21902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59482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光 早坂</dc:creator>
  <cp:lastModifiedBy>光 早坂</cp:lastModifiedBy>
  <cp:revision>1</cp:revision>
  <dcterms:created xsi:type="dcterms:W3CDTF">2026-07-13T17:35:16Z</dcterms:created>
  <dcterms:modified xsi:type="dcterms:W3CDTF">2026-07-14T01:20:29Z</dcterms:modified>
</cp:coreProperties>
</file>